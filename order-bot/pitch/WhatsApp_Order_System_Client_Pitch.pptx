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a.me/918055292935?text=Hi%2C%20I%20want%20to%20book%20a%20discovery%20call%20for%20WhatsApp%20Order%20System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Calibri"/>
              </a:rPr>
              <a:t>WhatsApp Order &amp; 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Orders, appointments &amp; payments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on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4DE"/>
                </a:solidFill>
                <a:latin typeface="Calibri"/>
              </a:rPr>
              <a:t>Built for India’s small local businesses.</a:t>
            </a:r>
          </a:p>
          <a:p>
            <a:pPr algn="l"/>
            <a:r>
              <a:rPr sz="1800" b="0">
                <a:solidFill>
                  <a:srgbClr val="C9D4DE"/>
                </a:solidFill>
                <a:latin typeface="Calibri"/>
              </a:rPr>
              <a:t>No app download for your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7A6F"/>
                </a:solidFill>
                <a:latin typeface="Calibri"/>
              </a:rPr>
              <a:t>Food · shops · clinics · home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Generic client pitch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Phone calls and messy WhatsApp chats don’t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196596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Missed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Orders and booking requests get buried. Staff forget follow-ups.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94960" cy="196596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No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No menu/catalog, no slots, no payment trail, no status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394960" cy="196596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Aggregator 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Food brands lose 18–30% on Swiggy/Zomato for repeat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394960" cy="196596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Hard to build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Official WhatsApp API + payments + admin is not a DIY weekend job.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Your WhatsApp number becomes the storefront / booking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Customer chats → picks items or a time slot → pays (UPI/Razorpay) → you get a clear ops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2148840" cy="210312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31720"/>
            <a:ext cx="594360" cy="594360"/>
          </a:xfrm>
          <a:prstGeom prst="ellipse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3C"/>
                </a:solidFill>
                <a:latin typeface="Calibri"/>
              </a:rPr>
              <a:t>Customer opens WhatsApp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2148840" cy="210312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2331720"/>
            <a:ext cx="594360" cy="594360"/>
          </a:xfrm>
          <a:prstGeom prst="ellipse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089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3C"/>
                </a:solidFill>
                <a:latin typeface="Calibri"/>
              </a:rPr>
              <a:t>Browses menu or book slot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103120"/>
            <a:ext cx="2148840" cy="210312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60" y="2331720"/>
            <a:ext cx="594360" cy="594360"/>
          </a:xfrm>
          <a:prstGeom prst="ellipse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1089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3C"/>
                </a:solidFill>
                <a:latin typeface="Calibri"/>
              </a:rPr>
              <a:t>Pays / confirms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103120"/>
            <a:ext cx="2148840" cy="210312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83880" y="2331720"/>
            <a:ext cx="594360" cy="594360"/>
          </a:xfrm>
          <a:prstGeom prst="ellipse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1089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3C"/>
                </a:solidFill>
                <a:latin typeface="Calibri"/>
              </a:rPr>
              <a:t>You get live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2103120"/>
            <a:ext cx="2148840" cy="210312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599" y="2331720"/>
            <a:ext cx="594360" cy="594360"/>
          </a:xfrm>
          <a:prstGeom prst="ellipse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799" y="310896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3C"/>
                </a:solidFill>
                <a:latin typeface="Calibri"/>
              </a:rPr>
              <a:t>Status updates sent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Official Meta WhatsApp Cloud API only (no unofficial bots).</a:t>
            </a:r>
          </a:p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Two product lines: Order (menu + cart) and Booking (appointments / slots).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Small local businesses already living on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3611880" cy="47548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3611880" cy="5943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Order-first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Restaurants &amp; cloud kitchens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Tiffin / home kitchens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Bakery &amp; sweets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Chicken / meat / fish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Flower &amp; gift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Kirana (phase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11880" cy="47548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3611880" cy="5943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Booking-first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Small clinics &amp; 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Dental / physio /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Salons &amp; spas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Tuition / coaching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Auto service bays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Photo studio sessions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325880"/>
            <a:ext cx="3611880" cy="47548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325880"/>
            <a:ext cx="3611880" cy="5943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44475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Repeat-service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Laundry / dry clean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Water can / gas refill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AC / appliance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Pest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43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Home cleaning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•  Tailor pickup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Not just a chatbot greeting — a working ops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WhatsApp storefront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Buttons, lists, cart / slots, confirmations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UPI QR + Razorpay checkout (where needed)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Ops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Orders / bookings board, status, CSV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7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Customer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Saved address / last booking, re-order / re-book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49039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1147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6634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Staff notifications + optional kitchen/desk voice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1147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Hosting included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6634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Shared VPS + SSL on All-in Hosted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Plans for small businesses (India)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All-in Hosted · GST extra · Meta marketing messages billed separately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01752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35607"/>
            <a:ext cx="2907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25880"/>
            <a:ext cx="265176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435607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325880"/>
            <a:ext cx="265176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1435607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325880"/>
            <a:ext cx="2651760" cy="4572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1435607"/>
            <a:ext cx="2542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3017520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Setup (one-time)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783080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₹4,999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783080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₹7,999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783080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920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₹12,999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23160"/>
            <a:ext cx="3017520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603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Monthly (hosted)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423160"/>
            <a:ext cx="2651760" cy="6400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5603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₹1,499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79" y="2423160"/>
            <a:ext cx="2651760" cy="6400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25603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₹2,499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423160"/>
            <a:ext cx="2651760" cy="6400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5603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₹3,499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63239"/>
            <a:ext cx="3017520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0040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 paid order / booking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063239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2004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9" y="3063239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19" y="32004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3063239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32004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₹5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03320"/>
            <a:ext cx="3017520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8404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Catalog / menu items*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3703320"/>
            <a:ext cx="2651760" cy="6400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384047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Up to 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79" y="3703320"/>
            <a:ext cx="2651760" cy="6400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19" y="384047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Up to 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703320"/>
            <a:ext cx="2651760" cy="6400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3840479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Up to 250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43400"/>
            <a:ext cx="3017520" cy="6400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48056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343400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7–10 days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79" y="4343400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19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10–14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4343400"/>
            <a:ext cx="2651760" cy="64008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4480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2–3 weeks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074920"/>
            <a:ext cx="11155680" cy="105156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2120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Custom plans for bigger businesses (retail 250+ SKUs, multi-outlet, multi-doctor clinics, ERP) — contact us.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*Booking businesses: “items” = services / doctors / rooms. Hosted = shared VPS + SSL. Meta marketing &amp; Maps add-ons extra.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Why plans cost more as you go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Price follows complexity — not a random jump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Catalog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More items = more categories, stock rules, testing, and WhatsApp list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Order / booking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Higher traffic needs stronger hosting share, monitoring, and support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Payment &amp; offers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UPI-only is simple; Razorpay + offers + reminders add build and ops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Staff &amp;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1 phone vs multi-staff / multi-counter needs roles, alerts, and training.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5760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Custom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Cutoffs, advance pay, doctor-wise slots, delivery zones — each rule is extra build.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Support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Starter = email/WhatsApp help; Business includes faster response + more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Plan limits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So you can match your shop size to a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320040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89888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801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Menu / service 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169164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18013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8013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69164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18013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9456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3042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219456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23042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19456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3042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19456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23042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9748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807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Staff WhatsApp admins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269748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28072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69748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28072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269748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28072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20040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310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Locations / counters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320040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33101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20040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3101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320040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33101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Up to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0332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3813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Razorpay checkout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03320" y="370332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6472" y="3813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Add-on / UPI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70332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3813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Included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370332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7112" y="3813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Included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20624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Offers / broadcasts*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3320" y="420624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76472" y="4315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Basic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20624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4315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420624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97112" y="4315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Yes + priority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0916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4818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Training sessions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03320" y="470916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76472" y="48188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470916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6792" y="48188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23960" y="470916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97112" y="48188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21208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" y="53218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Hypercare after go-live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03320" y="521208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76472" y="53218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7 days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521208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36792" y="53218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14 days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521208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97112" y="53218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21 days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  <a:latin typeface="Calibri"/>
              </a:rPr>
              <a:t>*Broadcasts use Meta marketing rates (client-paid). Item limits keep WhatsApp UX usable and setup effort predictable.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What’s included vs extra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No surprises after you say 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46634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Included in All-in Hosted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Shared VPS hosting + SSL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WhatsApp Cloud API setup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Menu / services load (within plan limit)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UPI payment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Basic training + go-live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394960" cy="46634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Georgia"/>
              </a:rPr>
              <a:t>Extra / client-paid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Meta message fees (esp. marketing)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Own custom domain (optional)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One-page website if you don’t have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Google Maps auto-distance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Items beyond plan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Custom workflows /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Booking businesses (clinics &amp; more)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Same WhatsApp channel — slots instead of a food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Patient / client picks doctor or service → date/time slot → optional advance pay → reminder +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611880" cy="17830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GP, dental, physio, skin, eye — reduce front-desk phone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65960"/>
            <a:ext cx="3611880" cy="17830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Lab test booking + report-ready WhatsApp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611880" cy="17830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Salons / spas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Stylist + slot + advance for festivals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3611880" cy="17830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5195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Coaching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7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Demo class / batch seat booking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977639"/>
            <a:ext cx="3611880" cy="17830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25195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Workshops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75487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Limited seats, waitlist, 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77639"/>
            <a:ext cx="3611880" cy="178308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25195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Service bays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75487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Car service / puncture appointment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Case study: Amma Chethi Ruchulu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Live reference — food ordering on official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182880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Tenali home-cooked Andhra food brand — production WhatsApp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Lunch/dinner cutoffs, multi-cook menu, Razorpay/UPI, kitchen dashboard, delivery status — running on Meta Cloud API (order.ammachethiruchulu.co.in).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▸  Proof that the stack works in a real kitchen — not a slideware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▸  Your business gets a white-label version matched to your menu or booking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▸  Live demo shown on the discovery call (we do not publish the ACR order number in the deck)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How we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From first call to first paid order / booking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55680" cy="7772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270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Menu or services, volumes, staff, website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55680" cy="7772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Plan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9572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Starter / Growth / Business / Custom using your limits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39"/>
            <a:ext cx="11155680" cy="7772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6440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39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WhatsApp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64407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WABA, number, Meta verification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11155680" cy="7772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330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69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Configure &amp; 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3308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Load catalog/slots, dry-run with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1155680" cy="7772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017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37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Go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0176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Hypercare window based on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Same checklist we use for official WhatsApp + online payments (India)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749039" cy="41605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5486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Business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Udyam certificate (PDF) — MSME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PAN (proprietor / business)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GSTIN if you have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Shop &amp; Establishment (optional)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Legal name + address (exact match)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80160"/>
            <a:ext cx="3749039" cy="41605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280160"/>
            <a:ext cx="3749039" cy="5486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WhatsApp / 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Dedicated +91 mobile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Number free for Cloud API OTP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Business email +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Website or we build one-pager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89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Privacy policy URL (required)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80160"/>
            <a:ext cx="3749039" cy="41605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749039" cy="5486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Payments (Razorpay / PhonePe)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Business / current bank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Cancelled cheque or bank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Aadhaar (prop.) if gateway 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Business proof (Udyam / GST)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89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UPI VPA if starting UPI-only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Names/address must match across Udyam, Meta, website, and payment gateway. We guide uploads; approval is by Meta / Razorpay / PhonePe.</a:t>
            </a:r>
          </a:p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Also share: menu or service list, delivery/booking rules, staff WhatsApp numbers for admin alerts.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Optional add-ons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Buy only what you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Meta-ready one-page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₹2,999 – ₹4,999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If you don’t have a site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Own domain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₹999 + domain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Brand URL instead of subdomain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Google Maps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₹999/mo or ₹0.50–1/order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Auto km fee instead of zone buttons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0332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Extra items pack (+50)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₹1,499 one-time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When you outgrow plan catalog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Extra training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New staff / festival rush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70332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77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Custom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₹1,500 – ₹2,500 /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Special rules beyond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Ready to run orders or bookings on WhatsApp?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4DE"/>
                </a:solidFill>
                <a:latin typeface="Calibri"/>
              </a:rPr>
              <a:t>Share your menu size or appointment volume — we’ll map you to</a:t>
            </a:r>
          </a:p>
          <a:p>
            <a:pPr algn="l"/>
            <a:r>
              <a:rPr sz="1600" b="0">
                <a:solidFill>
                  <a:srgbClr val="C9D4DE"/>
                </a:solidFill>
                <a:latin typeface="Calibri"/>
              </a:rPr>
              <a:t>Starter, Growth, Business, or a Custom plan.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731520" y="3383280"/>
            <a:ext cx="5120640" cy="1051560"/>
          </a:xfrm>
          <a:prstGeom prst="round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Book a discovery call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+91 80552 92935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4DE"/>
                </a:solidFill>
                <a:latin typeface="Calibri"/>
              </a:rPr>
              <a:t>Tap the green button or scan the QR — opens WhatsApp with a pre-filled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Calibri"/>
              </a:rPr>
              <a:t>Live case study: Amma Chethi Ruchulu  ·  Demo on discovery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828800"/>
            <a:ext cx="28346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-discovery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246888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32520" y="4617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B3C"/>
                </a:solidFill>
                <a:latin typeface="Calibri"/>
              </a:rPr>
              <a:t>Scan to WhatsApp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