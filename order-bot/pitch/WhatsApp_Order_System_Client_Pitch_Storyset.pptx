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a.me/918055292935?text=Hi%2C%20I%20want%20to%20book%20a%20discovery%20call%20for%20WhatsApp%20Order%20System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Calibri"/>
              </a:rPr>
              <a:t>WhatsApp Order &amp;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Orders, appointments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&amp; payments 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4DE"/>
                </a:solidFill>
                <a:latin typeface="Calibri"/>
              </a:rPr>
              <a:t>Built for India’s small local businesses.</a:t>
            </a:r>
          </a:p>
          <a:p>
            <a:pPr algn="l"/>
            <a:r>
              <a:rPr sz="1600" b="0">
                <a:solidFill>
                  <a:srgbClr val="C9D4DE"/>
                </a:solidFill>
                <a:latin typeface="Calibri"/>
              </a:rPr>
              <a:t>No app download for your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7A6F"/>
                </a:solidFill>
                <a:latin typeface="Calibri"/>
              </a:rPr>
              <a:t>Food · shops · clinics · home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Illustrated pitch  ·  2026</a:t>
            </a:r>
          </a:p>
        </p:txBody>
      </p:sp>
      <p:pic>
        <p:nvPicPr>
          <p:cNvPr id="9" name="Picture 8" descr="01-hero-mobile-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9377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Phone calls and messy WhatsApp chats don’t scale</a:t>
            </a:r>
          </a:p>
        </p:txBody>
      </p:sp>
      <p:pic>
        <p:nvPicPr>
          <p:cNvPr id="5" name="Picture 4" descr="02-problem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371600"/>
            <a:ext cx="5669280" cy="1005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536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Missed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Orders and booking requests get buried.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5669280" cy="1005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679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No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No menu, slots, payment trail, or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657600"/>
            <a:ext cx="5669280" cy="1005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822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Aggregator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Food brands lose 18–30% on apps.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800600"/>
            <a:ext cx="5669280" cy="1005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965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Hard to build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03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Official WhatsApp API is not DIY.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Your WhatsApp number becomes the storefront / booking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Customer chats → picks items or a time slot → pays (UPI/Razorpay) → you get a clear ops board.</a:t>
            </a:r>
          </a:p>
        </p:txBody>
      </p:sp>
      <p:pic>
        <p:nvPicPr>
          <p:cNvPr id="6" name="Picture 5" descr="03-solution-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373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Calibri"/>
              </a:rPr>
              <a:t>Official Meta WhatsApp Cloud API only. Two product lines: Order (menu + cart) and Booking (appointments / slots).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Who this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Small local businesses already living on WhatsApp</a:t>
            </a:r>
          </a:p>
        </p:txBody>
      </p:sp>
      <p:pic>
        <p:nvPicPr>
          <p:cNvPr id="5" name="Picture 4" descr="04-verticals-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554480" cy="1554480"/>
          </a:xfrm>
          <a:prstGeom prst="rect">
            <a:avLst/>
          </a:prstGeom>
        </p:spPr>
      </p:pic>
      <p:pic>
        <p:nvPicPr>
          <p:cNvPr id="6" name="Picture 5" descr="04b-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0"/>
            <a:ext cx="1554480" cy="1554480"/>
          </a:xfrm>
          <a:prstGeom prst="rect">
            <a:avLst/>
          </a:prstGeom>
        </p:spPr>
      </p:pic>
      <p:pic>
        <p:nvPicPr>
          <p:cNvPr id="7" name="Picture 6" descr="04c-groce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572000"/>
            <a:ext cx="1554480" cy="1554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371600"/>
            <a:ext cx="5760720" cy="13716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109728" cy="13716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Order-first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Restaurants, tiffin, bakery, meat, flower, kirana (phase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926080"/>
            <a:ext cx="5760720" cy="13716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926080"/>
            <a:ext cx="109728" cy="13716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Booking-first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Clinics, dental, salons, tuition slots, auto service, studios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480560"/>
            <a:ext cx="5760720" cy="13716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4480560"/>
            <a:ext cx="109728" cy="13716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Repeat-service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120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Laundry, water can, AC service, pest control, cleaning, tailor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Not just a chatbot greeting — a working ops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WhatsApp storefront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Buttons, lists, cart / slots, confirmations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UPI QR + Razorpay checkout (where needed)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Ops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Orders / bookings board, status, CSV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Customer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Saved address / last booking, re-order / re-book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Staff notifications + optional kitchen/desk voice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49039"/>
            <a:ext cx="3611880" cy="205740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109728" cy="20574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114799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3C"/>
                </a:solidFill>
                <a:latin typeface="Georgia"/>
              </a:rPr>
              <a:t>Hosting included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634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Shared VPS + SSL on All-in Hosted plans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Plans for small businesses (India)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All-in Hosted · GST extra · Meta marketing messages billed separately</a:t>
            </a:r>
          </a:p>
        </p:txBody>
      </p:sp>
      <p:pic>
        <p:nvPicPr>
          <p:cNvPr id="5" name="Picture 4" descr="05-plans-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371600"/>
            <a:ext cx="29260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926079" y="1280160"/>
            <a:ext cx="192024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3898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280160"/>
            <a:ext cx="192024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13898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280160"/>
            <a:ext cx="192024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389888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2560320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801368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Setup (one-time)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79" y="1691640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1801368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₹4,999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91640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1801368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₹7,999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691640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1801368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₹12,999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58568"/>
            <a:ext cx="2560320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368296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Monthly (hosted)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79" y="2258568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2368296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₹1,499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258568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368296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₹2,499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258568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2368296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₹3,499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825496"/>
            <a:ext cx="2560320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935224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 paid order / 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79" y="2825496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232" y="293522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825496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293522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825496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293522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₹5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392424"/>
            <a:ext cx="2560320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502152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Catalog / menu items*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79" y="3392424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3502152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Up to 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392424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19472" y="3502152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Up to 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92424"/>
            <a:ext cx="1920240" cy="566928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3502152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Up to 250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59352"/>
            <a:ext cx="2560320" cy="56692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069080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79" y="3959352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40690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7–10 days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3959352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9472" y="40690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10–14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3959352"/>
            <a:ext cx="1920240" cy="566928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4069080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2–3 weeks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754880"/>
            <a:ext cx="8138160" cy="128016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937760"/>
            <a:ext cx="7772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Custom plans for bigger businesses (retail 250+ SKUs, multi-outlet, multi-doctor clinics, ERP) — contact us.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*Booking: “items” = services / doctors / rooms. Hosted = shared VPS + SSL. Meta marketing &amp; Maps add-ons extra.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Why plans cost more as you go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Price follows complexity — not a random jump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Catalog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More items = more categories, stock rules, testing, and WhatsApp list 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Order / booking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Higher traffic needs stronger hosting share, monitoring, and support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Payment &amp; 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UPI-only is simple; Razorpay + offers + reminders add build and ops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Staff &amp;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1 phone vs multi-staff / multi-counter needs roles, alerts, and training.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Custom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Cutoffs, advance pay, doctor-wise slots, delivery zones — each rule is extra build.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657600" cy="21488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Georgia"/>
              </a:rPr>
              <a:t>Support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Starter = email/WhatsApp help; Business includes faster response + more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Plan limits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So you can match your shop size to a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320040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89888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280160"/>
            <a:ext cx="2560320" cy="41148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389888"/>
            <a:ext cx="24505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801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Menu / service 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69164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7112" y="18013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9456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3042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19456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7112" y="23042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9748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807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Staff WhatsApp admins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269748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28072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20040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310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Locations / counters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320040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331012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Up to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0332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3813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Razorpay checkout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7647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Add-on / UPI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3679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Included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370332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7112" y="381304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Included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20624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Offers / broadcasts*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7647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Basic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420624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97112" y="4315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Yes + priority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0916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4818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Training sessions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0332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7647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3679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23960" y="4709160"/>
            <a:ext cx="2560320" cy="502920"/>
          </a:xfrm>
          <a:prstGeom prst="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97112" y="481888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212080"/>
            <a:ext cx="3200400" cy="50292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" y="53218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Hypercare after go-live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0332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7647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7 days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3679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14 days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5212080"/>
            <a:ext cx="2560320" cy="50292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97112" y="532180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21 days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Calibri"/>
              </a:rPr>
              <a:t>*Broadcasts use Meta marketing rates (client-paid). Item limits keep WhatsApp UX usable and setup effort predictable.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What’s included vs extra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No surprises after you say 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46634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Included in All-in Hosted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Shared VPS hosting + SSL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WhatsApp Cloud API setup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Menu / services load (within plan limit)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UPI payment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Basic training + go-live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394960" cy="46634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5C26"/>
                </a:solidFill>
                <a:latin typeface="Georgia"/>
              </a:rPr>
              <a:t>Extra / client-paid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Meta message fees (esp. marketing)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Own custom domain (optional)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One-page website if you don’t have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Google Maps auto-distance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Items beyond plan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▸  Custom workflows / 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Booking businesses (clinics &amp; more)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Same WhatsApp channel — slots instead of a food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Patient / client picks doctor or service → date/time slot → optional advance pay → reminder.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GP, dental, physio — cut front-desk phone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82880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Lab booking + report-ready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Salons / spas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Stylist + slot + festival advance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5468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Coaching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703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Demo class / batch seat booking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Workshops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Limited seats, waitlist,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0560"/>
            <a:ext cx="3200400" cy="11887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663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6F"/>
                </a:solidFill>
                <a:latin typeface="Georgia"/>
              </a:rPr>
              <a:t>Service bays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29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Car service appointment windows</a:t>
            </a:r>
          </a:p>
        </p:txBody>
      </p:sp>
      <p:pic>
        <p:nvPicPr>
          <p:cNvPr id="24" name="Picture 23" descr="09-online-d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06240" cy="4206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Case study: Amma Chethi Ruchulu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Live reference — food ordering on official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182880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3C"/>
                </a:solidFill>
                <a:latin typeface="Georgia"/>
              </a:rPr>
              <a:t>Tenali home-cooked Andhra food brand — production WhatsApp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Lunch/dinner cutoffs, multi-cook menu, Razorpay/UPI, kitchen dashboard, delivery status — running on Meta Cloud API (order.ammachethiruchulu.co.in).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Proof that the stack works in a real kitchen — not a slideware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Your business gets a white-label version matched to your menu or booking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▸  Live demo shown on the discovery call (we do not publish the ACR order number in the deck)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How we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From first call to first paid order / booking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5270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Menu or services, volumes, staff, website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55680" cy="7772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31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Plan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9572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Starter / Growth / Business / Custom using your limits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39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6440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39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WhatsApp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64407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WABA, number, Meta verification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11155680" cy="77724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69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Configure &amp; 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3308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Load catalog/slots, dry-run with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777240"/>
          </a:xfrm>
          <a:prstGeom prst="roundRect">
            <a:avLst/>
          </a:prstGeom>
          <a:solidFill>
            <a:srgbClr val="E6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017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A6F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37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3C"/>
                </a:solidFill>
                <a:latin typeface="Calibri"/>
              </a:rPr>
              <a:t>Go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017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Calibri"/>
              </a:rPr>
              <a:t>Hypercare window based 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Same checklist we use for official WhatsApp + online payments (India)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5486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Business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Udyam certificate (PDF) — MSME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PAN (proprietor / business)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GSTIN if you have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Shop &amp; Establishment (optional)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Legal name + address (exact match)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3749039" cy="5486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WhatsApp / 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Dedicated +91 mobile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Number free for Cloud API 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email +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Website or we build one-pager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Privacy policy URL (required)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749039" cy="41605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749039" cy="5486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Payments (Razorpay / PhonePe)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/ current bank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Cancelled cheque or bank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200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Aadhaar (prop.) if gateway 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Business proof (Udyam / GST)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UPI VPA if starting UPI-only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Names/address must match across Udyam, Meta, website, and payment gateway. We guide uploads; approval is by Meta / Razorpay / PhonePe.</a:t>
            </a:r>
          </a:p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Also share: menu or service list, delivery/booking rules, staff WhatsApp numbers for admin alerts.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Optional add-ons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5D0"/>
                </a:solidFill>
                <a:latin typeface="Calibri"/>
              </a:rPr>
              <a:t>Buy only what you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Meta-ready one-page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₹2,999 – ₹4,999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If you don’t have a site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Own domain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 + domain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Brand URL instead of subdomain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Google Maps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₹999/mo or ₹0.50–1/order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Auto km fee instead of zone buttons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Extra items pack (+50)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₹1,499 one-time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When you outgrow plan catalog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Extra training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New staff / festival rush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703320"/>
            <a:ext cx="3657600" cy="2103120"/>
          </a:xfrm>
          <a:prstGeom prst="round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77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3C"/>
                </a:solidFill>
                <a:latin typeface="Georgia"/>
              </a:rPr>
              <a:t>Custom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₹1,500 – ₹2,500 / 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Calibri"/>
              </a:rPr>
              <a:t>Special rules beyond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WhatsApp Order &amp; Booking System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46E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Ready to run orders or bookings on WhatsApp?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9D4DE"/>
                </a:solidFill>
                <a:latin typeface="Calibri"/>
              </a:rPr>
              <a:t>Share your menu size or appointment volume — we’ll map you to</a:t>
            </a:r>
          </a:p>
          <a:p>
            <a:pPr algn="l"/>
            <a:r>
              <a:rPr sz="1500" b="0">
                <a:solidFill>
                  <a:srgbClr val="C9D4DE"/>
                </a:solidFill>
                <a:latin typeface="Calibri"/>
              </a:rPr>
              <a:t>Starter, Growth, Business, or a Custom plan.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640080" y="3017520"/>
            <a:ext cx="5120640" cy="1051560"/>
          </a:xfrm>
          <a:prstGeom prst="round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 a discovery call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+91 80552 92935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1417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-discovery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00600"/>
            <a:ext cx="1234440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4560" y="5074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D4DE"/>
                </a:solidFill>
                <a:latin typeface="Calibri"/>
              </a:rPr>
              <a:t>Scan to WhatsApp</a:t>
            </a:r>
          </a:p>
          <a:p>
            <a:pPr algn="l"/>
            <a:r>
              <a:rPr sz="1200" b="1">
                <a:solidFill>
                  <a:srgbClr val="C9D4DE"/>
                </a:solidFill>
                <a:latin typeface="Calibri"/>
              </a:rPr>
              <a:t>Demo on discovery call · ACR case study</a:t>
            </a:r>
          </a:p>
        </p:txBody>
      </p:sp>
      <p:pic>
        <p:nvPicPr>
          <p:cNvPr id="10" name="Picture 9" descr="06-cta-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280160"/>
            <a:ext cx="42062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Calibri"/>
              </a:rPr>
              <a:t>Illustrations: Storyset by Freepik (storyset.com) — free use with attribution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